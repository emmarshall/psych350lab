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27"/>
    <p:restoredTop sz="94707"/>
  </p:normalViewPr>
  <p:slideViewPr>
    <p:cSldViewPr snapToGrid="0">
      <p:cViewPr varScale="1">
        <p:scale>
          <a:sx n="100" d="100"/>
          <a:sy n="100" d="100"/>
        </p:scale>
        <p:origin x="18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1385-5213-FF73-D596-BC1CA3B3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E292A-75F8-B354-91E2-6DBA14CAC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1/30/26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094987-A12A-7848-EFA7-78A34A7F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ACB0E-E788-503A-3821-43D416E3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85BA4BE-02C8-9B0B-FD58-C57B50330E2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2459038" y="2386013"/>
            <a:ext cx="7283450" cy="337343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71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8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0E8C5-E5D6-2F50-F393-D5C3C58A16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AFB56-0762-4E0A-C54C-2C1AEDC74C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4234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Custom 3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5E5E5E"/>
      </a:accent2>
      <a:accent3>
        <a:srgbClr val="005392"/>
      </a:accent3>
      <a:accent4>
        <a:srgbClr val="FEFB00"/>
      </a:accent4>
      <a:accent5>
        <a:srgbClr val="87795D"/>
      </a:accent5>
      <a:accent6>
        <a:srgbClr val="A0988C"/>
      </a:accent6>
      <a:hlink>
        <a:srgbClr val="005392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Parcel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 Marshall</dc:creator>
  <cp:lastModifiedBy>Emma Marshall</cp:lastModifiedBy>
  <cp:revision>8</cp:revision>
  <dcterms:created xsi:type="dcterms:W3CDTF">2026-01-23T02:21:27Z</dcterms:created>
  <dcterms:modified xsi:type="dcterms:W3CDTF">2026-01-30T20:27:40Z</dcterms:modified>
</cp:coreProperties>
</file>